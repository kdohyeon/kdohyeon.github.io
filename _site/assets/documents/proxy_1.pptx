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/>
    <p:restoredTop sz="94676"/>
  </p:normalViewPr>
  <p:slideViewPr>
    <p:cSldViewPr snapToGrid="0" snapToObjects="1">
      <p:cViewPr varScale="1">
        <p:scale>
          <a:sx n="106" d="100"/>
          <a:sy n="106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14FF4-0344-B848-B46C-7DE6118BD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A95047-CCF2-0242-AD14-A469DFE3F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8878D-30CB-DE46-BB74-8C708CC54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031C8-4074-C349-99FE-8C5FA9BC86AF}" type="datetimeFigureOut">
              <a:rPr kumimoji="1" lang="ko-KR" altLang="en-US" smtClean="0"/>
              <a:t>2018. 11. 24.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32C04D-A168-C149-9578-DBE52106B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6BC1EE-6353-2945-A846-CEFC15577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78A4-6C8A-8D42-AC68-96F74E4A65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2637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2D94B-39EF-704F-ABAA-8D994610A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986A5C-0CFA-9E40-B271-50F95251F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844262-694C-3A40-968F-C215E02A1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031C8-4074-C349-99FE-8C5FA9BC86AF}" type="datetimeFigureOut">
              <a:rPr kumimoji="1" lang="ko-KR" altLang="en-US" smtClean="0"/>
              <a:t>2018. 11. 24.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A6B8E8-DEA6-CF4F-87EF-904BB9EF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9FC1BF-CE61-494E-8F35-53CE2DE41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78A4-6C8A-8D42-AC68-96F74E4A65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17223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9D74CC-9FAC-D843-B28E-E46C0D3E7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CBF3B5-6F25-074D-A86C-4FF28E010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1D9E6D-17EE-BC4D-B122-11FB0BF91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031C8-4074-C349-99FE-8C5FA9BC86AF}" type="datetimeFigureOut">
              <a:rPr kumimoji="1" lang="ko-KR" altLang="en-US" smtClean="0"/>
              <a:t>2018. 11. 24.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5B79FA-177B-5848-B8A0-533C7645A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BA4DAB-B1A2-B74B-A67E-DD4F27D1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78A4-6C8A-8D42-AC68-96F74E4A65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17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F6884-C92D-2A47-84AD-C0B5818B3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E465CC-FFC3-DD4D-88AE-F63D85BD1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A5D005-4945-164B-8A92-9538CC23D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8EC4A2-1CF7-AB45-8962-6B9C21D5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031C8-4074-C349-99FE-8C5FA9BC86AF}" type="datetimeFigureOut">
              <a:rPr kumimoji="1" lang="ko-KR" altLang="en-US" smtClean="0"/>
              <a:t>2018. 11. 24.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F19426-DD18-FF4D-B7E7-8A3B0FCB7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21417E-D42E-684B-B833-4E12AF2F3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78A4-6C8A-8D42-AC68-96F74E4A65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277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8BCD8-3EC6-1E4D-B97B-7CB56118D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DE8078-1B1B-FF44-AF5D-95980E865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327E56-AB50-3748-B0B3-60843DC6B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CD554ED-1F06-E445-9A53-6BE00D1350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1491E37-04C1-B141-A0F6-AC08130C39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C5CF8C-9A91-FC4E-BF1B-3D0DA1418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031C8-4074-C349-99FE-8C5FA9BC86AF}" type="datetimeFigureOut">
              <a:rPr kumimoji="1" lang="ko-KR" altLang="en-US" smtClean="0"/>
              <a:t>2018. 11. 24.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ACCB395-E1E8-A54D-825E-8C748610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B338A7B-7290-6345-AB0D-45A8F638B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78A4-6C8A-8D42-AC68-96F74E4A65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0589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1A0F8B-FE93-3742-B7FB-442A58314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3CEB36-1643-9741-A83B-D9CBCDD1C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031C8-4074-C349-99FE-8C5FA9BC86AF}" type="datetimeFigureOut">
              <a:rPr kumimoji="1" lang="ko-KR" altLang="en-US" smtClean="0"/>
              <a:t>2018. 11. 24.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23263C-7229-B149-9719-9B518B1C1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F7E3EC-17DC-FB4F-A5E2-47ECD025C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78A4-6C8A-8D42-AC68-96F74E4A65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6609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00C04FF-A474-1844-9FC3-5FB7ED63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031C8-4074-C349-99FE-8C5FA9BC86AF}" type="datetimeFigureOut">
              <a:rPr kumimoji="1" lang="ko-KR" altLang="en-US" smtClean="0"/>
              <a:t>2018. 11. 24.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14F5F3E-C86D-B04C-87AE-1F7694141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316E69-3047-BF4E-B242-C9B050A8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78A4-6C8A-8D42-AC68-96F74E4A65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43233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6A5BA-F7FB-C84E-8E80-07F0CD9FC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BD1883-942E-CD4A-A821-15E5002DC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39C11B-E6DF-AD4E-B9D8-83CA50925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5CD700-9DC2-BB4A-8337-5AF95717E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031C8-4074-C349-99FE-8C5FA9BC86AF}" type="datetimeFigureOut">
              <a:rPr kumimoji="1" lang="ko-KR" altLang="en-US" smtClean="0"/>
              <a:t>2018. 11. 24.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076E22-D182-7D40-A933-F1A7E3BA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111624-C161-4044-8C90-8A7799C0D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78A4-6C8A-8D42-AC68-96F74E4A65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2767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839298-D718-304A-B302-624126924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F5C14A2-5F0F-004D-905A-6235A91226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40ACCC-BB1D-8640-A33F-95B487F13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21B735-0B01-BC43-B578-36F5D373B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031C8-4074-C349-99FE-8C5FA9BC86AF}" type="datetimeFigureOut">
              <a:rPr kumimoji="1" lang="ko-KR" altLang="en-US" smtClean="0"/>
              <a:t>2018. 11. 24.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DF6B49-F90E-284C-AD2D-A2F7C6B9B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3B5C70-851B-DD41-BBAF-9D747650A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78A4-6C8A-8D42-AC68-96F74E4A65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909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28431-CB4D-0C48-BD19-B2CCBDBA8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2B7D5A-C0DC-D64A-A893-3E5990708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8ABAFF-3347-B049-B042-67A80C8E9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031C8-4074-C349-99FE-8C5FA9BC86AF}" type="datetimeFigureOut">
              <a:rPr kumimoji="1" lang="ko-KR" altLang="en-US" smtClean="0"/>
              <a:t>2018. 11. 24.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51B8C9-DBC0-CD47-AF6E-0859EFAEF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CF9003-3DEE-8144-9259-947071C6D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78A4-6C8A-8D42-AC68-96F74E4A65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45363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FA9D32F-DA8F-BC4C-B088-AADF9CE3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FCE720-65FF-054C-BBE7-B084CCA87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4BF0B4-D1B5-6E46-A559-4677793B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031C8-4074-C349-99FE-8C5FA9BC86AF}" type="datetimeFigureOut">
              <a:rPr kumimoji="1" lang="ko-KR" altLang="en-US" smtClean="0"/>
              <a:t>2018. 11. 24.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381AA-899B-FA42-A9B0-E307EEBC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73C610-1614-EE45-9EEF-27901481E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78A4-6C8A-8D42-AC68-96F74E4A65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13752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1185714-FB25-2F4A-A6B4-4DC245197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E43B88-342C-FE44-881A-69F509D01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EB1C21-4CF5-894F-9A31-8B23EB97D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031C8-4074-C349-99FE-8C5FA9BC86AF}" type="datetimeFigureOut">
              <a:rPr kumimoji="1" lang="ko-KR" altLang="en-US" smtClean="0"/>
              <a:t>2018. 11. 24.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5C73B6-C4DE-D74C-9CB1-0B020FFC6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52F4E8-E975-A24C-9FAE-78157C86F5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078A4-6C8A-8D42-AC68-96F74E4A65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2145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정육면체 3">
            <a:extLst>
              <a:ext uri="{FF2B5EF4-FFF2-40B4-BE49-F238E27FC236}">
                <a16:creationId xmlns:a16="http://schemas.microsoft.com/office/drawing/2014/main" id="{B492CA83-47B7-3245-93C4-480BC21BCC3E}"/>
              </a:ext>
            </a:extLst>
          </p:cNvPr>
          <p:cNvSpPr/>
          <p:nvPr/>
        </p:nvSpPr>
        <p:spPr>
          <a:xfrm>
            <a:off x="1130968" y="1311442"/>
            <a:ext cx="2261937" cy="589547"/>
          </a:xfrm>
          <a:prstGeom prst="cub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정육면체 4">
            <a:extLst>
              <a:ext uri="{FF2B5EF4-FFF2-40B4-BE49-F238E27FC236}">
                <a16:creationId xmlns:a16="http://schemas.microsoft.com/office/drawing/2014/main" id="{9066EEB9-FAC6-4847-891B-81C3037F6768}"/>
              </a:ext>
            </a:extLst>
          </p:cNvPr>
          <p:cNvSpPr/>
          <p:nvPr/>
        </p:nvSpPr>
        <p:spPr>
          <a:xfrm>
            <a:off x="1130968" y="3960395"/>
            <a:ext cx="2261937" cy="589547"/>
          </a:xfrm>
          <a:prstGeom prst="cub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아래쪽 화살표[D] 5">
            <a:extLst>
              <a:ext uri="{FF2B5EF4-FFF2-40B4-BE49-F238E27FC236}">
                <a16:creationId xmlns:a16="http://schemas.microsoft.com/office/drawing/2014/main" id="{E7DF9B17-4A28-8A4A-8FCB-92AE314F9325}"/>
              </a:ext>
            </a:extLst>
          </p:cNvPr>
          <p:cNvSpPr/>
          <p:nvPr/>
        </p:nvSpPr>
        <p:spPr>
          <a:xfrm>
            <a:off x="1913020" y="2090442"/>
            <a:ext cx="697832" cy="167544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B430AD-E8A1-5A4D-BDCE-83C3B5A5932B}"/>
              </a:ext>
            </a:extLst>
          </p:cNvPr>
          <p:cNvSpPr txBox="1"/>
          <p:nvPr/>
        </p:nvSpPr>
        <p:spPr>
          <a:xfrm>
            <a:off x="1724513" y="1500895"/>
            <a:ext cx="1074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2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Server A</a:t>
            </a:r>
            <a:endParaRPr kumimoji="1" lang="ko-KR" altLang="en-US" b="1" dirty="0">
              <a:solidFill>
                <a:schemeClr val="tx2"/>
              </a:solidFill>
              <a:latin typeface="Nanum Gothic" panose="020D0604000000000000" pitchFamily="34" charset="-127"/>
              <a:ea typeface="Nanum Gothic" panose="020D0604000000000000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DC7ABD-56DD-5F4C-ABB1-760C497ADAC2}"/>
              </a:ext>
            </a:extLst>
          </p:cNvPr>
          <p:cNvSpPr txBox="1"/>
          <p:nvPr/>
        </p:nvSpPr>
        <p:spPr>
          <a:xfrm>
            <a:off x="1724513" y="4156546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2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Server B</a:t>
            </a:r>
            <a:endParaRPr kumimoji="1" lang="ko-KR" altLang="en-US" b="1" dirty="0">
              <a:solidFill>
                <a:schemeClr val="tx2"/>
              </a:solidFill>
              <a:latin typeface="Nanum Gothic" panose="020D0604000000000000" pitchFamily="34" charset="-127"/>
              <a:ea typeface="Nanum Gothic" panose="020D0604000000000000" pitchFamily="34" charset="-127"/>
            </a:endParaRPr>
          </a:p>
        </p:txBody>
      </p:sp>
      <p:sp>
        <p:nvSpPr>
          <p:cNvPr id="9" name="정육면체 8">
            <a:extLst>
              <a:ext uri="{FF2B5EF4-FFF2-40B4-BE49-F238E27FC236}">
                <a16:creationId xmlns:a16="http://schemas.microsoft.com/office/drawing/2014/main" id="{E5DAB2D7-3A20-0B46-BC4F-AB070D5A0494}"/>
              </a:ext>
            </a:extLst>
          </p:cNvPr>
          <p:cNvSpPr/>
          <p:nvPr/>
        </p:nvSpPr>
        <p:spPr>
          <a:xfrm>
            <a:off x="4455682" y="1311442"/>
            <a:ext cx="2261937" cy="589547"/>
          </a:xfrm>
          <a:prstGeom prst="cub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정육면체 9">
            <a:extLst>
              <a:ext uri="{FF2B5EF4-FFF2-40B4-BE49-F238E27FC236}">
                <a16:creationId xmlns:a16="http://schemas.microsoft.com/office/drawing/2014/main" id="{D5E61BD2-69CF-D540-BB2B-F5AAE3F5AC5F}"/>
              </a:ext>
            </a:extLst>
          </p:cNvPr>
          <p:cNvSpPr/>
          <p:nvPr/>
        </p:nvSpPr>
        <p:spPr>
          <a:xfrm>
            <a:off x="4455682" y="3960395"/>
            <a:ext cx="2261937" cy="589547"/>
          </a:xfrm>
          <a:prstGeom prst="cub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아래쪽 화살표[D] 10">
            <a:extLst>
              <a:ext uri="{FF2B5EF4-FFF2-40B4-BE49-F238E27FC236}">
                <a16:creationId xmlns:a16="http://schemas.microsoft.com/office/drawing/2014/main" id="{0868AE1D-3EF1-4D49-AA16-1F6CBC041B3A}"/>
              </a:ext>
            </a:extLst>
          </p:cNvPr>
          <p:cNvSpPr/>
          <p:nvPr/>
        </p:nvSpPr>
        <p:spPr>
          <a:xfrm>
            <a:off x="5237734" y="2090442"/>
            <a:ext cx="697832" cy="400095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2BA249-2740-C942-9AF2-2F95AF29FF08}"/>
              </a:ext>
            </a:extLst>
          </p:cNvPr>
          <p:cNvSpPr txBox="1"/>
          <p:nvPr/>
        </p:nvSpPr>
        <p:spPr>
          <a:xfrm>
            <a:off x="5049227" y="1500895"/>
            <a:ext cx="1074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2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Server A</a:t>
            </a:r>
            <a:endParaRPr kumimoji="1" lang="ko-KR" altLang="en-US" b="1" dirty="0">
              <a:solidFill>
                <a:schemeClr val="tx2"/>
              </a:solidFill>
              <a:latin typeface="Nanum Gothic" panose="020D0604000000000000" pitchFamily="34" charset="-127"/>
              <a:ea typeface="Nanum Gothic" panose="020D0604000000000000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BFF94D-F321-0940-93B8-C74BC1AC3287}"/>
              </a:ext>
            </a:extLst>
          </p:cNvPr>
          <p:cNvSpPr txBox="1"/>
          <p:nvPr/>
        </p:nvSpPr>
        <p:spPr>
          <a:xfrm>
            <a:off x="5049227" y="4156546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2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Server B</a:t>
            </a:r>
            <a:endParaRPr kumimoji="1" lang="ko-KR" altLang="en-US" b="1" dirty="0">
              <a:solidFill>
                <a:schemeClr val="tx2"/>
              </a:solidFill>
              <a:latin typeface="Nanum Gothic" panose="020D0604000000000000" pitchFamily="34" charset="-127"/>
              <a:ea typeface="Nanum Gothic" panose="020D0604000000000000" pitchFamily="34" charset="-127"/>
            </a:endParaRPr>
          </a:p>
        </p:txBody>
      </p:sp>
      <p:sp>
        <p:nvSpPr>
          <p:cNvPr id="15" name="정육면체 14">
            <a:extLst>
              <a:ext uri="{FF2B5EF4-FFF2-40B4-BE49-F238E27FC236}">
                <a16:creationId xmlns:a16="http://schemas.microsoft.com/office/drawing/2014/main" id="{6AC5C7E6-0ACB-4A4D-B904-6E40CF799FC3}"/>
              </a:ext>
            </a:extLst>
          </p:cNvPr>
          <p:cNvSpPr/>
          <p:nvPr/>
        </p:nvSpPr>
        <p:spPr>
          <a:xfrm>
            <a:off x="4455682" y="2635918"/>
            <a:ext cx="2261937" cy="589547"/>
          </a:xfrm>
          <a:prstGeom prst="cub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6A9B60-6AA2-654B-BE83-5CEA57B503A5}"/>
              </a:ext>
            </a:extLst>
          </p:cNvPr>
          <p:cNvSpPr txBox="1"/>
          <p:nvPr/>
        </p:nvSpPr>
        <p:spPr>
          <a:xfrm>
            <a:off x="5170613" y="2825371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2"/>
                </a:solidFill>
                <a:latin typeface="Nanum Gothic" panose="020D0604000000000000" pitchFamily="34" charset="-127"/>
                <a:ea typeface="Nanum Gothic" panose="020D0604000000000000" pitchFamily="34" charset="-127"/>
              </a:rPr>
              <a:t>Proxy</a:t>
            </a:r>
            <a:endParaRPr kumimoji="1" lang="ko-KR" altLang="en-US" b="1" dirty="0">
              <a:solidFill>
                <a:schemeClr val="tx2"/>
              </a:solidFill>
              <a:latin typeface="Nanum Gothic" panose="020D0604000000000000" pitchFamily="34" charset="-127"/>
              <a:ea typeface="Nanum Gothic" panose="020D0604000000000000" pitchFamily="34" charset="-127"/>
            </a:endParaRPr>
          </a:p>
        </p:txBody>
      </p:sp>
      <p:sp>
        <p:nvSpPr>
          <p:cNvPr id="17" name="아래쪽 화살표[D] 16">
            <a:extLst>
              <a:ext uri="{FF2B5EF4-FFF2-40B4-BE49-F238E27FC236}">
                <a16:creationId xmlns:a16="http://schemas.microsoft.com/office/drawing/2014/main" id="{9060DB41-F1D6-6E40-BB72-BA5BFFD4C536}"/>
              </a:ext>
            </a:extLst>
          </p:cNvPr>
          <p:cNvSpPr/>
          <p:nvPr/>
        </p:nvSpPr>
        <p:spPr>
          <a:xfrm>
            <a:off x="5237734" y="3421616"/>
            <a:ext cx="697832" cy="400095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53920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</Words>
  <Application>Microsoft Macintosh PowerPoint</Application>
  <PresentationFormat>와이드스크린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Nanum Gothic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Danny K (Do Hyeon Kim) [Benefits &amp; Promotions Engineering]</dc:creator>
  <cp:lastModifiedBy>Danny K (Do Hyeon Kim) [Benefits &amp; Promotions Engineering]</cp:lastModifiedBy>
  <cp:revision>1</cp:revision>
  <dcterms:created xsi:type="dcterms:W3CDTF">2018-11-24T01:30:46Z</dcterms:created>
  <dcterms:modified xsi:type="dcterms:W3CDTF">2018-11-24T01:36:50Z</dcterms:modified>
</cp:coreProperties>
</file>